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457200" y="457200"/><a:ext cx="8229600" cy="1097280"/></a:xfrm><a:prstGeom prst="rect"><a:avLst></a:avLst></a:prstGeom><a:noFill/><a:ln></a:ln></p:spPr><p:txBody><a:bodyPr wrap="square" rtlCol="0" anchor="ctr"></a:bodyPr><a:lstStyle/><a:p><a:pPr indent="0" marL="0"><a:buNone/></a:pPr><a:r><a:rPr lang="en-US" sz="3600" b="1" dirty="0"><a:solidFill><a:srgbClr val="1F4E79"/></a:solidFill><a:latin typeface="�o��" pitchFamily="34" charset="0"/><a:ea typeface="�o��" pitchFamily="34" charset="-122"/><a:cs typeface="�o��" pitchFamily="34" charset="-120"/></a:rPr><a:t>-�:�?K�</a:t></a:r><a:endParaRPr lang="en-US" sz="3600" dirty="0"/></a:p></p:txBody></p:sp><p:sp><p:nvSpPr><p:cNvPr id="3" name="Text 1"></p:cNvPr><p:cNvSpPr/><p:nvPr></p:nvPr></p:nvSpPr><p:spPr><a:xfrm><a:off x="731520" y="1828800"/><a:ext cx="7315200" cy="2743200"/></a:xfrm><a:prstGeom prst="rect"><a:avLst></a:avLst></a:prstGeom><a:noFill/><a:ln></a:ln></p:spPr><p:txBody><a:bodyPr wrap="square" rtlCol="0" anchor="ctr"></a:bodyPr><a:lstStyle/><a:p><a:pPr indent="0" marL="0"><a:buNone/></a:pPr><a:r><a:rPr lang="en-US" sz="1800" dirty="0"><a:solidFill><a:srgbClr val="333333"/></a:solidFill><a:latin typeface="�S" pitchFamily="34" charset="0"/><a:ea typeface="�S" pitchFamily="34" charset="-122"/><a:cs typeface="�S" pitchFamily="34" charset="-120"/></a:rPr><a:t>GenOffice PPTX �-�2ӌ�</a:t></a:r><a:endParaRPr lang="en-US" sz="1800" dirty="0"/></a:p><a:p><a:pPr indent="0" marL="0"><a:buNone/></a:pPr><a:r><a:rPr lang="en-US" sz="1800" dirty="0"><a:solidFill><a:srgbClr val="333333"/></a:solidFill><a:latin typeface="�S" pitchFamily="34" charset="0"/><a:ea typeface="�S" pitchFamily="34" charset="-122"/><a:cs typeface="�S" pitchFamily="34" charset="-120"/></a:rPr><a:t>,�L-��� Hello World</a:t></a:r><a:endParaRPr lang="en-US" sz="1800" dirty="0"/></a:p><a:p><a:pPr indent="0" marL="0"><a:buNone/></a:pPr><a:r><a:rPr lang="en-US" sz="1800" dirty="0"><a:solidFill><a:srgbClr val="333333"/></a:solidFill><a:latin typeface="�S" pitchFamily="34" charset="0"/><a:ea typeface="�S" pitchFamily="34" charset="-122"/><a:cs typeface="�S" pitchFamily="34" charset="-120"/></a:rPr><a:t>,	L�&�����</a:t></a:r><a:endParaRPr lang="en-US" sz="1800" dirty="0"/></a:p></p:txBody></p:sp><p:pic><p:nvPicPr><p:cNvPr id="4" name="TestIcon"/><p:cNvPicPr/><p:nvPr/></p:nvPicPr><p:blipFill><a:blip r:embed="rId3"/><a:stretch><a:fillRect/></a:stretch></p:blipFill><p:spPr><a:xfrm><a:off x="1071563" y="714375"/><a:ext cx="714375" cy="714375"/></a:xfrm><a:prstGeom prst="rect"><a:avLst/></a:prstGeom></p:spPr></p:pic><p:pic><p:nvPicPr><p:cNvPr id="5" name="Icon "/><p:cNvPicPr/><p:nvPr/></p:nvPicPr><p:blipFill><a:blip r:embed="rId4"/><a:stretch><a:fillRect/></a:stretch></p:blipFill><p:spPr><a:xfrm><a:off x="4229100" y="2228850"/><a:ext cx="685800" cy="685800"/></a:xfrm><a:prstGeom prst="rect"><a:avLst/></a:prstGeom></p:spPr></p:pic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第二页：表格数据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项目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负责人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状态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ACMS 重构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多多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进行中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Office 集成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小吉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评估中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性能优化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阿哲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宋体" pitchFamily="34" charset="0"/>
                          <a:ea typeface="宋体" pitchFamily="34" charset="-122"/>
                          <a:cs typeface="宋体" pitchFamily="34" charset="-120"/>
                        </a:rPr>
                        <a:t>已完成</a:t>
                      </a:r>
                      <a:endParaRPr lang="en-US" sz="1400" dirty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第三页：总结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总结要点：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1. 中文渲染验证通过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2. 字体槽位 eastAsia 处理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3. 字节保真 round-trip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中文演示测试</dc:title>
  <dc:subject>PptxGenJS Presentation</dc:subject>
  <dc:creator>ACMS POC</dc:creator>
  <cp:lastModifiedBy>ACMS POC</cp:lastModifiedBy>
  <cp:revision>1</cp:revision>
  <dcterms:created xsi:type="dcterms:W3CDTF">2026-08-13T13:19:55Z</dcterms:created>
  <dcterms:modified xsi:type="dcterms:W3CDTF">2026-08-13T13:19:55Z</dcterms:modified>
</cp:coreProperties>
</file>