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中文演示文稿测试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GenOffice PPTX 引擎中文渲染验证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第二行：中英文混排 Hello World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第三行：标点符号，逗号、顿号、句号。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第二页：表格数据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项目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负责人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状态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ACMS 重构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多多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进行中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Office 集成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小吉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评估中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性能优化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阿哲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已完成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第三页：总结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总结要点：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1. 中文渲染验证通过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2. 字体槽位 eastAsia 处理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3. 字节保真 round-trip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中文演示测试</dc:title>
  <dc:subject>PptxGenJS Presentation</dc:subject>
  <dc:creator>ACMS POC</dc:creator>
  <cp:lastModifiedBy>ACMS POC</cp:lastModifiedBy>
  <cp:revision>1</cp:revision>
  <dcterms:created xsi:type="dcterms:W3CDTF">2026-08-13T13:19:55Z</dcterms:created>
  <dcterms:modified xsi:type="dcterms:W3CDTF">2026-08-13T13:19:55Z</dcterms:modified>
</cp:coreProperties>
</file>