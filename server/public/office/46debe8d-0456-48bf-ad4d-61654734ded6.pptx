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1 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&lt;h1 style="font-size:28px;color:#333"&gt;PPT 标题&lt;/h1&gt;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&lt;p style="font-size:16px;color:#555"&gt;第一页正文&lt;/p&gt;&lt;p style="color: rgb(85, 85, 85);"&gt;&lt;font size="6"&gt;支持&lt;b style=""&gt;粗体&lt;/b&gt;、&lt;i style=""&gt;斜体&lt;/i&gt;、&lt;u style=""&gt;下划线&lt;/u&gt;&lt;/font&gt;&lt;/p&gt;&lt;p style="color: rgb(85, 85, 85);"&gt;&lt;font size="6"&gt;- 项目 A&lt;/font&gt;&lt;/p&gt;&lt;p&gt;&lt;/p&gt;&lt;table style="border-collapse:collapse;width:100%;margin:12px 0"&gt;&lt;thead&gt;&lt;tr&gt;&lt;th style="border:1px solid #999;background:var(--office-accent-soft,#dde4ee);padding:8px;font-weight:600"&gt;春天&lt;/th&gt;&lt;th style="border:1px solid #999;background:var(--office-accent-soft,#dde4ee);padding:8px;font-weight:600"&gt;夏天&lt;/th&gt;&lt;th style="border:1px solid #999;background:var(--office-accent-soft,#dde4ee);padding:8px;font-weight:600"&gt;列3&lt;/th&gt;&lt;th style="border:1px solid #999;background:var(--office-accent-soft,#dde4ee);padding:8px;font-weight:600"&gt;列4&lt;/th&gt;&lt;th style="border:1px solid #999;background:var(--office-accent-soft,#dde4ee);padding:8px;font-weight:600"&gt;列5&lt;/th&gt;&lt;th style="border:1px solid #999;background:var(--office-accent-soft,#dde4ee);padding:8px;font-weight:600"&gt;列6&lt;/th&gt;&lt;/tr&gt;&lt;/thead&gt;&lt;tbody&gt;&lt;tr&gt;&lt;td style="border:1px solid #ccc;padding:8px;min-width:80px"&gt;我知道&lt;/td&gt;&lt;td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&lt;/td&gt;&lt;/tr&gt;&lt;tr&gt;&lt;td style="border:1px solid #ccc;padding:8px;min-width:80px"&gt;看不到&lt;/td&gt;&lt;td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&lt;/td&gt;&lt;/tr&gt;&lt;tr&gt;&lt;td style="border:1px solid #ccc;padding:8px;min-width:80px"&gt;不知道&lt;/td&gt;&lt;td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&lt;/td&gt;&lt;/tr&gt;&lt;tr&gt;&lt;td style="border:1px solid #ccc;padding:8px;min-width:80px"&gt;好的&lt;/td&gt;&lt;td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&lt;/td&gt;&lt;td style="border:1px solid #ccc;padding:8px;min-width:80px"&gt; &lt;/td&gt;&lt;/tr&gt;&lt;/tbody&gt;&lt;/table&gt;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测试.pptx</dc:title>
  <dc:subject>PptxGenJS Presentation</dc:subject>
  <dc:creator>ACMS</dc:creator>
  <cp:lastModifiedBy>ACMS</cp:lastModifiedBy>
  <cp:revision>1</cp:revision>
  <dcterms:created xsi:type="dcterms:W3CDTF">2026-08-01T06:14:56Z</dcterms:created>
  <dcterms:modified xsi:type="dcterms:W3CDTF">2026-08-01T06:14:56Z</dcterms:modified>
</cp:coreProperties>
</file>