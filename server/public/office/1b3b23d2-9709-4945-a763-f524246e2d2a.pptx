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Default Extension="png" ContentType="image/png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graphicFrame><p:nvGraphicFramePr><p:cNvPr id="2" name="Table 2"/><p:cNvGraphicFramePr><a:graphicFrameLocks noGrp="1"/></p:cNvGraphicFramePr><p:nvPr/></p:nvGraphicFramePr><p:xfrm><a:off x="2476500" y="2590800"/><a:ext cx="7239000" cy="1676400"/></p:xfrm><a:graphic><a:graphicData uri="http://schemas.openxmlformats.org/drawingml/2006/table"><a:tbl><a:tblPr firstRow="1" bandRow="1"><a:tableStyleId>{5C22544A-7EE6-4342-B048-85BDC9FD1C3A}</a:tableStyleId></a:tblPr><a:tblGrid><a:gridCol w="1447800"/><a:gridCol w="1447800"/><a:gridCol w="1447800"/><a:gridCol w="1447800"/><a:gridCol w="1447800"/></a:tblGrid><a:tr h="419100"><a:tc><a:txBody><a:bodyPr/><a:lstStyle/><a:p/></a:txBody><a:tcPr/></a:tc><a:tc><a:txBody><a:bodyPr/><a:lstStyle/><a:p/></a:txBody><a:tcPr/></a:tc><a:tc><a:txBody><a:bodyPr/><a:lstStyle/><a:p/></a:txBody><a:tcPr/></a:tc><a:tc><a:txBody><a:bodyPr/><a:lstStyle/><a:p/></a:txBody><a:tcPr/></a:tc><a:tc><a:txBody><a:bodyPr/><a:lstStyle/><a:p/></a:txBody><a:tcPr/></a:tc></a:tr><a:tr h="419100"><a:tc><a:txBody><a:bodyPr/><a:lstStyle/><a:p/></a:txBody><a:tcPr/></a:tc><a:tc><a:txBody><a:bodyPr/><a:lstStyle/><a:p/></a:txBody><a:tcPr/></a:tc><a:tc><a:txBody><a:bodyPr/><a:lstStyle/><a:p/></a:txBody><a:tcPr/></a:tc><a:tc><a:txBody><a:bodyPr/><a:lstStyle/><a:p/></a:txBody><a:tcPr/></a:tc><a:tc><a:txBody><a:bodyPr/><a:lstStyle/><a:p/></a:txBody><a:tcPr/></a:tc></a:tr><a:tr h="419100"><a:tc><a:txBody><a:bodyPr/><a:lstStyle/><a:p/></a:txBody><a:tcPr/></a:tc><a:tc><a:txBody><a:bodyPr/><a:lstStyle/><a:p/></a:txBody><a:tcPr/></a:tc><a:tc><a:txBody><a:bodyPr/><a:lstStyle/><a:p/></a:txBody><a:tcPr/></a:tc><a:tc><a:txBody><a:bodyPr/><a:lstStyle/><a:p/></a:txBody><a:tcPr/></a:tc><a:tc><a:txBody><a:bodyPr/><a:lstStyle/><a:p/></a:txBody><a:tcPr/></a:tc></a:tr><a:tr h="419100"><a:tc><a:txBody><a:bodyPr/><a:lstStyle/><a:p/></a:txBody><a:tcPr/></a:tc><a:tc><a:txBody><a:bodyPr/><a:lstStyle/><a:p/></a:txBody><a:tcPr/></a:tc><a:tc><a:txBody><a:bodyPr/><a:lstStyle/><a:p/></a:txBody><a:tcPr/></a:tc><a:tc><a:txBody><a:bodyPr/><a:lstStyle/><a:p/></a:txBody><a:tcPr/></a:tc><a:tc><a:txBody><a:bodyPr/><a:lstStyle/><a:p/></a:txBody><a:tcPr/></a:tc></a:tr></a:tbl></a:graphicData></a:graphic></p:graphicFrame><p:graphicFrame><p:nvGraphicFramePr><p:cNvPr id="3" name="Table 3"/><p:cNvGraphicFramePr><a:graphicFrameLocks noGrp="1"/></p:cNvGraphicFramePr><p:nvPr/></p:nvGraphicFramePr><p:xfrm><a:off x="2476500" y="3009900"/><a:ext cx="7239000" cy="838200"/></p:xfrm><a:graphic><a:graphicData uri="http://schemas.openxmlformats.org/drawingml/2006/table"><a:tbl><a:tblPr firstRow="1" bandRow="1"><a:tableStyleId>{5C22544A-7EE6-4342-B048-85BDC9FD1C3A}</a:tableStyleId></a:tblPr><a:tblGrid><a:gridCol w="1809750"/><a:gridCol w="1809750"/><a:gridCol w="1809750"/><a:gridCol w="1809750"/></a:tblGrid><a:tr h="419100"><a:tc><a:txBody><a:bodyPr/><a:lstStyle/><a:p/></a:txBody><a:tcPr/></a:tc><a:tc><a:txBody><a:bodyPr/><a:lstStyle/><a:p/></a:txBody><a:tcPr/></a:tc><a:tc><a:txBody><a:bodyPr/><a:lstStyle/><a:p/></a:txBody><a:tcPr/></a:tc><a:tc><a:txBody><a:bodyPr/><a:lstStyle/><a:p/></a:txBody><a:tcPr/></a:tc></a:tr><a:tr h="419100"><a:tc><a:txBody><a:bodyPr/><a:lstStyle/><a:p/></a:txBody><a:tcPr/></a:tc><a:tc><a:txBody><a:bodyPr/><a:lstStyle/><a:p/></a:txBody><a:tcPr/></a:tc><a:tc><a:txBody><a:bodyPr/><a:lstStyle/><a:p/></a:txBody><a:tcPr/></a:tc><a:tc><a:txBody><a:bodyPr/><a:lstStyle/><a:p/></a:txBody><a:tcPr/></a:tc></a:tr></a:tbl></a:graphicData></a:graphic></p:graphicFrame><p:sp><p:nvSpPr><p:cNvPr id="4" name="Shape 4"/><p:cNvSpPr/><p:nvPr/></p:nvSpPr><p:spPr><a:xfrm><a:off x="1390650" y="1400175"/><a:ext cx="2276475" cy="1228725"/></a:xfrm><a:prstGeom prst="roundRect"><a:avLst/></a:prstGeom><a:solidFill><a:srgbClr val="C43E1C"/></a:solidFill></p:spPr><p:txBody><a:bodyPr wrap="square" rtlCol="0"/><a:lstStyle/><a:p><a:r><a:rPr/><a:t></a:t></a:r></a:p></p:txBody></p:sp><p:sp><p:nvSpPr><p:cNvPr id="5" name="TextBox 5"/><p:cNvSpPr txBox="1"/><p:nvPr/></p:nvSpPr><p:spPr><a:xfrm><a:off x="4381500" y="3143250"/><a:ext cx="3429000" cy="571500"/></a:xfrm></p:spPr><p:txBody><a:bodyPr wrap="square" rtlCol="0"/><a:lstStyle/><a:p><a:r><a:rPr/><a:t></a:t></a:r></a:p></p:txBody></p:sp><p:sp><p:nvSpPr><p:cNvPr id="6" name="TextBox 6"/><p:cNvSpPr txBox="1"/><p:nvPr/></p:nvSpPr><p:spPr><a:xfrm><a:off x="4095750" y="3028950"/><a:ext cx="4000500" cy="800100"/></a:xfrm></p:spPr><p:txBody><a:bodyPr wrap="square" rtlCol="0"/><a:lstStyle/><a:p><a:pPr algn="ctr"/><a:r><a:rPr sz="2800" i="1"><a:latin typeface="Cambria Math"/><a:ea typeface="Cambria Math"/><a:cs typeface="Cambria Math"/></a:rPr><a:t>��� k = n(n+1)/2</a:t></a:r></a:p></p:txBody></p:sp></p:spTree></p:cSld><p:clrMapOvr><a:masterClrMapping/></p:clrMapOvr></p:sld>
</file>

<file path=ppt/slides/slide2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><p:spTree><p:nvGrpSpPr><p:cNvPr id="1" name=""/><p:cNvGrpSpPr/><p:nvPr/></p:nvGrpSpPr><p:grpSpPr><a:xfrm><a:off x="0" y="0"/><a:ext cx="0" cy="0"/><a:chOff x="0" y="0"/><a:chExt cx="0" cy="0"/></a:xfrm></p:grpSpPr><p:graphicFrame><p:nvGraphicFramePr><p:cNvPr id="2" name="Table 2"/><p:cNvGraphicFramePr><a:graphicFrameLocks noGrp="1"/></p:cNvGraphicFramePr><p:nvPr/></p:nvGraphicFramePr><p:xfrm><a:off x="2476500" y="2171700"/><a:ext cx="7239000" cy="2514600"/></p:xfrm><a:graphic><a:graphicData uri="http://schemas.openxmlformats.org/drawingml/2006/table"><a:tbl><a:tblPr firstRow="1" bandRow="1"><a:tableStyleId>{5C22544A-7EE6-4342-B048-85BDC9FD1C3A}</a:tableStyleId></a:tblPr><a:tblGrid><a:gridCol w="1447800"/><a:gridCol w="1447800"/><a:gridCol w="1447800"/><a:gridCol w="1447800"/><a:gridCol w="1447800"/></a:tblGrid><a:tr h="419100"><a:tc><a:txBody><a:bodyPr/><a:lstStyle/><a:p/></a:txBody><a:tcPr/></a:tc><a:tc><a:txBody><a:bodyPr/><a:lstStyle/><a:p/></a:txBody><a:tcPr/></a:tc><a:tc><a:txBody><a:bodyPr/><a:lstStyle/><a:p/></a:txBody><a:tcPr/></a:tc><a:tc><a:txBody><a:bodyPr/><a:lstStyle/><a:p/></a:txBody><a:tcPr/></a:tc><a:tc><a:txBody><a:bodyPr/><a:lstStyle/><a:p/></a:txBody><a:tcPr/></a:tc></a:tr><a:tr h="419100"><a:tc><a:txBody><a:bodyPr/><a:lstStyle/><a:p/></a:txBody><a:tcPr/></a:tc><a:tc><a:txBody><a:bodyPr/><a:lstStyle/><a:p/></a:txBody><a:tcPr/></a:tc><a:tc><a:txBody><a:bodyPr/><a:lstStyle/><a:p/></a:txBody><a:tcPr/></a:tc><a:tc><a:txBody><a:bodyPr/><a:lstStyle/><a:p/></a:txBody><a:tcPr/></a:tc><a:tc><a:txBody><a:bodyPr/><a:lstStyle/><a:p/></a:txBody><a:tcPr/></a:tc></a:tr><a:tr h="419100"><a:tc><a:txBody><a:bodyPr/><a:lstStyle/><a:p/></a:txBody><a:tcPr/></a:tc><a:tc><a:txBody><a:bodyPr/><a:lstStyle/><a:p/></a:txBody><a:tcPr/></a:tc><a:tc><a:txBody><a:bodyPr/><a:lstStyle/><a:p/></a:txBody><a:tcPr/></a:tc><a:tc><a:txBody><a:bodyPr/><a:lstStyle/><a:p/></a:txBody><a:tcPr/></a:tc><a:tc><a:txBody><a:bodyPr/><a:lstStyle/><a:p/></a:txBody><a:tcPr/></a:tc></a:tr><a:tr h="419100"><a:tc><a:txBody><a:bodyPr/><a:lstStyle/><a:p/></a:txBody><a:tcPr/></a:tc><a:tc><a:txBody><a:bodyPr/><a:lstStyle/><a:p/></a:txBody><a:tcPr/></a:tc><a:tc><a:txBody><a:bodyPr/><a:lstStyle/><a:p/></a:txBody><a:tcPr/></a:tc><a:tc><a:txBody><a:bodyPr/><a:lstStyle/><a:p/></a:txBody><a:tcPr/></a:tc><a:tc><a:txBody><a:bodyPr/><a:lstStyle/><a:p/></a:txBody><a:tcPr/></a:tc></a:tr><a:tr h="419100"><a:tc><a:txBody><a:bodyPr/><a:lstStyle/><a:p/></a:txBody><a:tcPr/></a:tc><a:tc><a:txBody><a:bodyPr/><a:lstStyle/><a:p/></a:txBody><a:tcPr/></a:tc><a:tc><a:txBody><a:bodyPr/><a:lstStyle/><a:p/></a:txBody><a:tcPr/></a:tc><a:tc><a:txBody><a:bodyPr/><a:lstStyle/><a:p/></a:txBody><a:tcPr/></a:tc><a:tc><a:txBody><a:bodyPr/><a:lstStyle/><a:p/></a:txBody><a:tcPr/></a:tc></a:tr><a:tr h="419100"><a:tc><a:txBody><a:bodyPr/><a:lstStyle/><a:p/></a:txBody><a:tcPr/></a:tc><a:tc><a:txBody><a:bodyPr/><a:lstStyle/><a:p/></a:txBody><a:tcPr/></a:tc><a:tc><a:txBody><a:bodyPr/><a:lstStyle/><a:p/></a:txBody><a:tcPr/></a:tc><a:tc><a:txBody><a:bodyPr/><a:lstStyle/><a:p/></a:txBody><a:tcPr/></a:tc><a:tc><a:txBody><a:bodyPr/><a:lstStyle/><a:p/></a:txBody><a:tcPr/></a:tc></a:tr></a:tbl></a:graphicData></a:graphic></p:graphicFrame><p:pic><p:nvPicPr><p:cNvPr id="3" name="Icon "/><p:cNvPicPr/><p:nvPr/></p:nvPicPr><p:blipFill><a:blip r:embed="rId2"/><a:stretch><a:fillRect/></a:stretch></p:blipFill><p:spPr><a:xfrm><a:off x="5638800" y="2971800"/><a:ext cx="914400" cy="914400"/></a:xfrm><a:prstGeom prst="rect"><a:avLst/></a:prstGeom></p:spPr></p:pic></p:spTree></p:cSld><p:clrMapOvr><a:masterClrMapping/></p:clrMapOvr>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