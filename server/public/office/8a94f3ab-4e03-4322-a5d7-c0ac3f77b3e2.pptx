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4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57F98F-3BED-2E13-D74F-DD67F87A0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FE23218-CB0C-D8A8-FD86-7753B267FF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9BE5D5-F79F-9A01-E834-2C7BAA2D8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9E1BA4-0F4E-C87C-2216-CABE06FB5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24845C-0EF1-5D51-5D5D-1EADDC55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15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47C5ED-B7D8-3DEC-4C9C-B723396D7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C54635-316E-1335-2D26-FF261B467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AEF3FF-3939-0567-4FF5-8294A515B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E7F0A0-5B8E-50D0-ADAD-FF4252CAD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134857-4923-310A-9FAA-20CC39782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814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746E2-919F-BED6-1F38-9D7ECC6E7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58B102-7CAD-0EB6-C419-DDFCD4CCB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4FF101-D7CE-6B17-1B3D-52BC777BB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7F0D9B-47A8-B343-AF99-68CB482B4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92AF2A-FB7F-216F-67A8-668515B8B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369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91C064-82F9-7179-1722-F9C978198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596D45-45CC-F7EC-9D4C-0F14C8975C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0D15D60-EB95-6D4D-143D-2DB57F009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B485D5-C300-0EB9-76DE-24B8C9599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75E91A-0B3B-882E-AA50-6B4C7BDD7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2926DC-C227-924D-704F-3D41B5F2B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7528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F92A3-8B0E-09B4-AAB4-0575B2244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D98D19-C733-CACB-85D7-D30DFA896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AB2FBC-7AC9-07C7-5FCD-A64245416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DFD3615-F36C-4F86-9061-62B7638747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EF0B1E4-875D-0C30-CDA6-1E023840F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AAC68C9-73F6-AFD9-F961-AA855ADAB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88A2DB8-71EB-2DE3-987A-EE854C503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30B75AF-BF03-83B8-717B-B82F29F25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934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0F8878-1DE4-549F-FF02-D1BD70CCC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3C0211-90A4-E18B-36F0-0802701EA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1E967BA-35AA-DBE0-9058-B762A412B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68F8BA-33A9-65F3-5640-EA7AC9D92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91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CE541ED-676C-8561-2D1B-0841D782B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6B75237-DBAD-960E-DB17-36DE5770E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B8283B-0B12-D4B8-5410-BE41B7595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325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AAFEF9-D859-5351-4E2E-052FC07CF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D684A8-2D29-72E9-FEEA-CF1EDE9E9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AF5C71-1BB3-ADE9-0658-201F2D92A2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42164A-794F-B768-079D-AE6B6439F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282AB5-EBBE-0B7C-634D-A05EB66BA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84D919-2D0C-4156-C6CA-DCE72855B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629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867C8D-CD6A-6733-5794-8464C28A7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BC4369A-0162-DFAD-E3A7-BEC34EB6ED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0941BC-BE3A-C937-584D-D846646C2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96C8FB-9909-3052-19C7-535FF5FC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8F5997-C37D-B173-CB80-F15E8B205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E5B7A5-F50E-E918-93DC-2DB18E555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28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63061-B564-9660-A4A1-64F6680D1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9F8100-ECE7-29E1-1356-F309AF471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CCCE70-E856-85FE-1A55-FED1D19E9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2BB346-0E31-7768-46B0-3ED50A4E1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7ED640-D0C8-FFEF-64E8-66BA2DAB5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617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188F4EF-EE6B-0CD6-D45D-AE57B0467F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1F16F04-1F96-88C9-D699-B264E3B1AE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861BB7-B35F-F9AD-6607-4FD884B15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1F7329-DE0C-BB75-F83A-6E4A3BB9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C1DF78-38C4-BB44-567C-A1C8235A3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198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7C3D430-2A55-6E4F-C53B-449ED1D5E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9B666A-E944-64D7-E94B-F7A3B47EF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F9A5EF-D95A-7009-587E-383015DB6D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07BCCE-BF33-4F41-AF24-31B6E5A49C96}" type="datetimeFigureOut">
              <a:rPr lang="zh-CN" altLang="en-US" smtClean="0"/>
              <a:t>2026/8/1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5E4223-0C08-BE47-5A73-2E863D533C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88B700C-98AE-DE0B-20DB-D8CC8622B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59247C-1296-401B-9887-CF222903FF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87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F05AF8-7385-6278-02EC-D773CEDC7B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6FAE3D-A33B-2151-02DB-E2C984FDCE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161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72B469-3305-91EA-DD35-F49147C38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</a:t>
            </a:r>
            <a:r>
              <a:rPr lang="en-US" altLang="zh-CN" dirty="0"/>
              <a:t>PPT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C10116-C200-BD9F-1321-221D0CE54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Kuqi </a:t>
            </a:r>
            <a:r>
              <a:rPr lang="zh-CN" altLang="en-US" dirty="0"/>
              <a:t>测试</a:t>
            </a:r>
            <a:r>
              <a:rPr lang="en-US" altLang="zh-CN"/>
              <a:t>PPT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466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宽屏</PresentationFormat>
  <Paragraphs>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测试PPT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吉祥 董</dc:creator>
  <cp:lastModifiedBy>吉祥 董</cp:lastModifiedBy>
  <cp:revision>1</cp:revision>
  <dcterms:created xsi:type="dcterms:W3CDTF">2026-08-01T08:05:28Z</dcterms:created>
  <dcterms:modified xsi:type="dcterms:W3CDTF">2026-08-01T08:05:28Z</dcterms:modified>
</cp:coreProperties>
</file>