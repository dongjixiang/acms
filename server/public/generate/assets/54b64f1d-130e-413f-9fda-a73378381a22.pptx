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2"/><p:sldId id="257" r:id="rId3"/></p:sldIdLst><p:sldSz cx="12192000" cy="6858000"/><p:notesSz cx="6858000" cy="9144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slideLayout1.xml><?xml version="1.0"?><p:sldLayout xmlns:p="http://schemas.openxmlformats.org/presentationml/2006/main" type="blank"><p:cSld><p:spTree><p:nvGrpSpPr><p:cNvPr id="1" name=""/></p:nvGrpSpPr><p:grpSpPr/></p:nvGrpSpPr></p:spTree></p:cSld></p:sldLayout>
</file>

<file path=ppt/slideMasters/slideMaster1.xml><?xml version="1.0"?><p:sldMaster xmlns:p="http://schemas.openxmlformats.org/presentationml/2006/main"><p:cSld><p:spTree><p:nvGrpSpPr><p:cNvPr id="1" name=""/></p:nvGrpSpPr><p:grpSpPr/></p:nvGrpSpPr></p:spTree></p:cSld>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4400"/></a:xfrm><a:prstGeom prst="rect"><a:avLst/></a:prstGeom></a:spPr><p:txBody><a:bodyPr/><a:lstStyle/><a:p><a:r><a:rPr sz="3600" b="1"/><a:t>美女照片集锦</a:t></a:r></a:p></p:txBody></p:sp><p:sp><p:nvSpPr><p:cNvPr id="3" name="Content"/><p:nvSpPrType/></p:nvSpPr><p:spPr><a:xfrm><a:off x="914400" y="35%"/><a:ext cx="8229600" cy="60%"/></a:xfrm><a:prstGeom prst="rect"><a:avLst/></a:prstGeom></a:spPr><p:txBody><a:bodyPr/><a:lstStyle/><a:p><a:r><a:rPr sz="1600"/><a:t>1 页</a:t></a:r></a:p></p:txBody></p:sp></p:spTree></p:cSld></p:sld>
</file>

<file path=ppt/slides/slide2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精选美女照片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以下是根据搜索结果整理的多位美丽女性的照片集合</a:t></a:r></a:p></p:txBody></p:sp></p:spTree></p:cSld>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dk2>
        <a:srgbClr val="333333"/>
      </a:dk2>
      <a:lt1>
        <a:srgbClr val="FFFFFF"/>
      </a:lt1>
      <a:accent1>
        <a:srgbClr val="4472C4"/>
      </a:accent1>
    </a:clrScheme>
  </a:themeElements>
</a:theme>
</file>