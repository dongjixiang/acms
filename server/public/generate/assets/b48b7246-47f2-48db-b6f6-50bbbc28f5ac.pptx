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 standalone="yes"?><p:presentation xmlns:p="http://schemas.openxmlformats.org/presentationml/2006/main"><p:sldIdLst><p:sldId id="256" r:id="rId2"/><p:sldId id="257" r:id="rId3"/><p:sldId id="258" r:id="rId4"/><p:sldId id="259" r:id="rId5"/><p:sldId id="260" r:id="rId6"/><p:sldId id="261" r:id="rId7"/></p:sldIdLst><p:sldSz cx="12192000" cy="6858000"/><p:notesSz cx="6858000" cy="9144000"/>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slideLayout1.xml><?xml version="1.0"?><p:sldLayout xmlns:p="http://schemas.openxmlformats.org/presentationml/2006/main" type="blank"><p:cSld><p:spTree><p:nvGrpSpPr><p:cNvPr id="1" name=""/></p:nvGrpSpPr><p:grpSpPr/></p:nvGrpSpPr></p:spTree></p:cSld></p:sldLayout>
</file>

<file path=ppt/slideMasters/slideMaster1.xml><?xml version="1.0"?><p:sldMaster xmlns:p="http://schemas.openxmlformats.org/presentationml/2006/main"><p:cSld><p:spTree><p:nvGrpSpPr><p:cNvPr id="1" name=""/></p:nvGrpSpPr><p:grpSpPr/></p:nvGrpSpPr></p:spTree></p:cSld></p:sldMaster>
</file>

<file path=ppt/slides/slide1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4400"/></a:xfrm><a:prstGeom prst="rect"><a:avLst/></a:prstGeom></a:spPr><p:txBody><a:bodyPr/><a:lstStyle/><a:p><a:r><a:rPr sz="3600" b="1"/><a:t>足球明星风采展示</a:t></a:r></a:p></p:txBody></p:sp><p:sp><p:nvSpPr><p:cNvPr id="3" name="Content"/><p:nvSpPrType/></p:nvSpPr><p:spPr><a:xfrm><a:off x="914400" y="35%"/><a:ext cx="8229600" cy="60%"/></a:xfrm><a:prstGeom prst="rect"><a:avLst/></a:prstGeom></a:spPr><p:txBody><a:bodyPr/><a:lstStyle/><a:p><a:r><a:rPr sz="1600"/><a:t>5 页</a:t></a:r></a:p></p:txBody></p:sp></p:spTree></p:cSld></p:sld>
</file>

<file path=ppt/slides/slide2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概述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本次展示多位世界顶级足球明星的风采</a:t></a:r></a:p></p:txBody></p:sp></p:spTree></p:cSld></p:sld>
</file>

<file path=ppt/slides/slide3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克里斯蒂亚诺·罗纳尔多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葡萄牙传奇球星，效力于曼联/尤文等队，5次金球奖得主</a:t></a:r></a:p></p:txBody></p:sp></p:spTree></p:cSld></p:sld>
</file>

<file path=ppt/slides/slide4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利昂内尔·梅西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阿根廷巨星，效力于巴黎圣日耳曼，8次金球奖得主</a:t></a:r></a:p></p:txBody></p:sp></p:spTree></p:cSld></p:sld>
</file>

<file path=ppt/slides/slide5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内马尔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巴西天才球员，技术精湛，曾效力巴萨和巴黎</a:t></a:r></a:p></p:txBody></p:sp></p:spTree></p:cSld></p:sld>
</file>

<file path=ppt/slides/slide6.xml><?xml version="1.0" encoding="UTF-8" standalone="yes"?><p:sld xmlns:p="http://schemas.openxmlformats.org/presentationml/2006/main"><p:cSld><p:spTree><p:nvGrpSpPr><p:cNvPr id="1" name=""/></p:nvGrpSpPr><p:grpSpPr/><p:sp><p:nvSpPr><p:cNvPr id="2" name="Title"/><p:nvSpPrType/></p:nvSpPr><p:spPr><a:xfrm><a:off x="914400" y="457200"/><a:ext cx="8229600" cy="3600"/></a:xfrm><a:prstGeom prst="rect"><a:avLst/></a:prstGeom></a:spPr><p:txBody><a:bodyPr/><a:lstStyle/><a:p><a:r><a:rPr sz="2400" b="1"/><a:t>其他明星</a:t></a:r></a:p></p:txBody></p:sp><p:sp><p:nvSpPr><p:cNvPr id="3" name="Content"/><p:nvSpPrType/></p:nvSpPr><p:spPr><a:xfrm><a:off x="914400" y="20%"/><a:ext cx="8229600" cy="60%"/></a:xfrm><a:prstGeom prst="rect"><a:avLst/></a:prstGeom></a:spPr><p:txBody><a:bodyPr/><a:lstStyle/><a:p><a:r><a:rPr sz="1600"/><a:t>包括姆巴佩、本泽马、哈兰德等当代足坛巨星</a:t></a:r></a:p></p:txBody></p:sp></p:spTree></p:cSld>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dk2>
        <a:srgbClr val="333333"/>
      </a:dk2>
      <a:lt1>
        <a:srgbClr val="FFFFFF"/>
      </a:lt1>
      <a:accent1>
        <a:srgbClr val="4472C4"/>
      </a:accent1>
    </a:clrScheme>
  </a:themeElements>
</a:theme>
</file>